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f63798b1c740e7" /><Relationship Type="http://schemas.openxmlformats.org/officeDocument/2006/relationships/extended-properties" Target="/docProps/app.xml" Id="Ra71cefbfb8bd4884" /><Relationship Type="http://schemas.openxmlformats.org/officeDocument/2006/relationships/officeDocument" Target="/ppt/presentation.xml" Id="R47bf4cb5c52f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8298ece8fc44d5"/>
  </p:sldMasterIdLst>
  <p:notesMasterIdLst>
    <p:notesMasterId xmlns:r="http://schemas.openxmlformats.org/officeDocument/2006/relationships" r:id="R5cbf5748e1d44742"/>
  </p:notesMasterIdLst>
  <p:sldIdLst>
    <p:sldId xmlns:r="http://schemas.openxmlformats.org/officeDocument/2006/relationships" id="256" r:id="R4105c6ac48e34456"/>
    <p:sldId xmlns:r="http://schemas.openxmlformats.org/officeDocument/2006/relationships" id="257" r:id="Rfac5540cc73640df"/>
    <p:sldId xmlns:r="http://schemas.openxmlformats.org/officeDocument/2006/relationships" id="258" r:id="R8dcca40e5b464f50"/>
    <p:sldId xmlns:r="http://schemas.openxmlformats.org/officeDocument/2006/relationships" id="259" r:id="Rb40ddbad1af244e8"/>
    <p:sldId xmlns:r="http://schemas.openxmlformats.org/officeDocument/2006/relationships" id="260" r:id="Re0decc6ac88a4480"/>
    <p:sldId xmlns:r="http://schemas.openxmlformats.org/officeDocument/2006/relationships" id="261" r:id="Rd7c1784429c64972"/>
    <p:sldId xmlns:r="http://schemas.openxmlformats.org/officeDocument/2006/relationships" id="262" r:id="Rdc956fa2f2504488"/>
    <p:sldId xmlns:r="http://schemas.openxmlformats.org/officeDocument/2006/relationships" id="263" r:id="R97cf2e60b1574057"/>
    <p:sldId xmlns:r="http://schemas.openxmlformats.org/officeDocument/2006/relationships" id="264" r:id="Ref8042b468604cd1"/>
    <p:sldId xmlns:r="http://schemas.openxmlformats.org/officeDocument/2006/relationships" id="265" r:id="R17479ab882a7429b"/>
    <p:sldId xmlns:r="http://schemas.openxmlformats.org/officeDocument/2006/relationships" id="266" r:id="R228c98c9e6b34128"/>
    <p:sldId xmlns:r="http://schemas.openxmlformats.org/officeDocument/2006/relationships" id="267" r:id="Rb6ca4339ef8e464f"/>
    <p:sldId xmlns:r="http://schemas.openxmlformats.org/officeDocument/2006/relationships" id="268" r:id="Rfae3fb6e334b4016"/>
    <p:sldId xmlns:r="http://schemas.openxmlformats.org/officeDocument/2006/relationships" id="269" r:id="R86a9f2e293664c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6b27be5ac4478c" /><Relationship Type="http://schemas.openxmlformats.org/officeDocument/2006/relationships/slideMaster" Target="/ppt/slideMasters/slideMaster1.xml" Id="R828298ece8fc44d5" /><Relationship Type="http://schemas.openxmlformats.org/officeDocument/2006/relationships/notesMaster" Target="/ppt/notesMasters/notesMaster1.xml" Id="R5cbf5748e1d44742" /><Relationship Type="http://schemas.openxmlformats.org/officeDocument/2006/relationships/presProps" Target="/ppt/presProps.xml" Id="R6a9aefb3393d424c" /><Relationship Type="http://schemas.openxmlformats.org/officeDocument/2006/relationships/tableStyles" Target="/ppt/tableStyles.xml" Id="Rdea0f15fd46d4e6c" /><Relationship Type="http://schemas.openxmlformats.org/officeDocument/2006/relationships/slide" Target="/ppt/slides/slide1.xml" Id="R4105c6ac48e34456" /><Relationship Type="http://schemas.openxmlformats.org/officeDocument/2006/relationships/slide" Target="/ppt/slides/slide2.xml" Id="Rfac5540cc73640df" /><Relationship Type="http://schemas.openxmlformats.org/officeDocument/2006/relationships/slide" Target="/ppt/slides/slide3.xml" Id="R8dcca40e5b464f50" /><Relationship Type="http://schemas.openxmlformats.org/officeDocument/2006/relationships/slide" Target="/ppt/slides/slide4.xml" Id="Rb40ddbad1af244e8" /><Relationship Type="http://schemas.openxmlformats.org/officeDocument/2006/relationships/slide" Target="/ppt/slides/slide5.xml" Id="Re0decc6ac88a4480" /><Relationship Type="http://schemas.openxmlformats.org/officeDocument/2006/relationships/slide" Target="/ppt/slides/slide6.xml" Id="Rd7c1784429c64972" /><Relationship Type="http://schemas.openxmlformats.org/officeDocument/2006/relationships/slide" Target="/ppt/slides/slide7.xml" Id="Rdc956fa2f2504488" /><Relationship Type="http://schemas.openxmlformats.org/officeDocument/2006/relationships/slide" Target="/ppt/slides/slide8.xml" Id="R97cf2e60b1574057" /><Relationship Type="http://schemas.openxmlformats.org/officeDocument/2006/relationships/slide" Target="/ppt/slides/slide9.xml" Id="Ref8042b468604cd1" /><Relationship Type="http://schemas.openxmlformats.org/officeDocument/2006/relationships/slide" Target="/ppt/slides/slide10.xml" Id="R17479ab882a7429b" /><Relationship Type="http://schemas.openxmlformats.org/officeDocument/2006/relationships/slide" Target="/ppt/slides/slide11.xml" Id="R228c98c9e6b34128" /><Relationship Type="http://schemas.openxmlformats.org/officeDocument/2006/relationships/slide" Target="/ppt/slides/slide12.xml" Id="Rb6ca4339ef8e464f" /><Relationship Type="http://schemas.openxmlformats.org/officeDocument/2006/relationships/slide" Target="/ppt/slides/slide13.xml" Id="Rfae3fb6e334b4016" /><Relationship Type="http://schemas.openxmlformats.org/officeDocument/2006/relationships/slide" Target="/ppt/slides/slide14.xml" Id="R86a9f2e293664c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a1d1914439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01d21ed38143cd" /><Relationship Type="http://schemas.openxmlformats.org/officeDocument/2006/relationships/notesMaster" Target="/ppt/notesMasters/notesMaster1.xml" Id="Rc73836529cae42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099c969fb94bcb" /><Relationship Type="http://schemas.openxmlformats.org/officeDocument/2006/relationships/notesMaster" Target="/ppt/notesMasters/notesMaster1.xml" Id="Rac3130548ac542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6c23e1d664bac" /><Relationship Type="http://schemas.openxmlformats.org/officeDocument/2006/relationships/notesMaster" Target="/ppt/notesMasters/notesMaster1.xml" Id="Rfd174fb6dcfd44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0ca8d09b7544b2" /><Relationship Type="http://schemas.openxmlformats.org/officeDocument/2006/relationships/notesMaster" Target="/ppt/notesMasters/notesMaster1.xml" Id="R8b4f05263d9245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ba3a99ebc44daa" /><Relationship Type="http://schemas.openxmlformats.org/officeDocument/2006/relationships/notesMaster" Target="/ppt/notesMasters/notesMaster1.xml" Id="Rc318c6f20fb347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f09a381e1047e0" /><Relationship Type="http://schemas.openxmlformats.org/officeDocument/2006/relationships/notesMaster" Target="/ppt/notesMasters/notesMaster1.xml" Id="R6d2506f588c94c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2a953687c54de5" /><Relationship Type="http://schemas.openxmlformats.org/officeDocument/2006/relationships/notesMaster" Target="/ppt/notesMasters/notesMaster1.xml" Id="R735de023995c41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3699021627466e" /><Relationship Type="http://schemas.openxmlformats.org/officeDocument/2006/relationships/notesMaster" Target="/ppt/notesMasters/notesMaster1.xml" Id="Reb016ae04d954b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288dae152743eb" /><Relationship Type="http://schemas.openxmlformats.org/officeDocument/2006/relationships/notesMaster" Target="/ppt/notesMasters/notesMaster1.xml" Id="R1df6cc0d4b8647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32045c3d524f78" /><Relationship Type="http://schemas.openxmlformats.org/officeDocument/2006/relationships/notesMaster" Target="/ppt/notesMasters/notesMaster1.xml" Id="Rca1fbeb68d1745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1aa29651bc461e" /><Relationship Type="http://schemas.openxmlformats.org/officeDocument/2006/relationships/notesMaster" Target="/ppt/notesMasters/notesMaster1.xml" Id="Rf7f836d16c3a4e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38eb591d8a42ed" /><Relationship Type="http://schemas.openxmlformats.org/officeDocument/2006/relationships/notesMaster" Target="/ppt/notesMasters/notesMaster1.xml" Id="R14a81f6a09a34a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c7dd63367b40cf" /><Relationship Type="http://schemas.openxmlformats.org/officeDocument/2006/relationships/notesMaster" Target="/ppt/notesMasters/notesMaster1.xml" Id="Rdf62830264f344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c075ee227544fa" /><Relationship Type="http://schemas.openxmlformats.org/officeDocument/2006/relationships/notesMaster" Target="/ppt/notesMasters/notesMaster1.xml" Id="R5e18e3dfb81b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Abrir como producto, no como tarea universitaria.</a:t>
            </a:r>
          </a:p>
          <a:p xmlns:a="http://schemas.openxmlformats.org/drawingml/2006/main">
            <a:r>
              <a:t>DECIR: Buenos días. Somos el equipo de AuthCares. Hoy no queremos mostrar solo pantallas; queremos contar la historia de Bennett y cómo la tecnología puede ayudar a sus cuidadores a acompañarlo mejor.</a:t>
            </a:r>
          </a:p>
          <a:p xmlns:a="http://schemas.openxmlformats.org/drawingml/2006/main">
            <a:r>
              <a:t>EVITAR: Empezar hablando de código o librerías.</a:t>
            </a:r>
          </a:p>
          <a:p xmlns:a="http://schemas.openxmlformats.org/drawingml/2006/main">
            <a:r>
              <a:t>IMÁGENES: Banner/logo de AuthCares, mockup de app y reloj.</a:t>
            </a:r>
          </a:p>
          <a:p xmlns:a="http://schemas.openxmlformats.org/drawingml/2006/main">
            <a:r>
              <a:t>ICONOS: corazón, reloj, escudo.</a:t>
            </a:r>
          </a:p>
          <a:p xmlns:a="http://schemas.openxmlformats.org/drawingml/2006/main">
            <a:r>
              <a:t>ANIMACIÓN: logo con fade, subtítulo después.</a:t>
            </a:r>
          </a:p>
          <a:p xmlns:a="http://schemas.openxmlformats.org/drawingml/2006/main">
            <a:r>
              <a:t>TRANSICIÓN: Para entender por qué existe AuthCares, primero veamos el problema.</a:t>
            </a:r>
          </a:p>
          <a:p xmlns:a="http://schemas.openxmlformats.org/drawingml/2006/main">
            <a:r>
              <a:t>TIEMPO: 30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una necesidad humana.</a:t>
            </a:r>
          </a:p>
          <a:p xmlns:a="http://schemas.openxmlformats.org/drawingml/2006/main">
            <a:r>
              <a:t>DECIR: Muchos padres de niños con TEA no siempre pueden estar presentes durante el día. El niño puede estar en el colegio, terapia o con otro cuidador. En esos momentos, cualquier cambio importante puede pasar desapercibido o llegar tarde.</a:t>
            </a:r>
          </a:p>
          <a:p xmlns:a="http://schemas.openxmlformats.org/drawingml/2006/main">
            <a:r>
              <a:t>EVITAR: Decir que todos los niños con TEA tienen crisis o que la app diagnostica.</a:t>
            </a:r>
          </a:p>
          <a:p xmlns:a="http://schemas.openxmlformats.org/drawingml/2006/main">
            <a:r>
              <a:t>IMÁGENES: cuidador mirando el celular, niño en ambiente escolar.</a:t>
            </a:r>
          </a:p>
          <a:p xmlns:a="http://schemas.openxmlformats.org/drawingml/2006/main">
            <a:r>
              <a:t>ICONOS: familia, alerta, reloj.</a:t>
            </a:r>
          </a:p>
          <a:p xmlns:a="http://schemas.openxmlformats.org/drawingml/2006/main">
            <a:r>
              <a:t>ANIMACIÓN: aparecen Distancia, Poca información y Respuesta tardía uno por uno.</a:t>
            </a:r>
          </a:p>
          <a:p xmlns:a="http://schemas.openxmlformats.org/drawingml/2006/main">
            <a:r>
              <a:t>TRANSICIÓN: Con ese problema en mente, diseñamos una solución conectada.</a:t>
            </a:r>
          </a:p>
          <a:p xmlns:a="http://schemas.openxmlformats.org/drawingml/2006/main">
            <a:r>
              <a:t>TIEMPO: 35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Presentar la solución como un flujo completo.</a:t>
            </a:r>
          </a:p>
          <a:p xmlns:a="http://schemas.openxmlformats.org/drawingml/2006/main">
            <a:r>
              <a:t>DECIR: AuthCares utiliza un Galaxy Watch para capturar señales como ritmo cardíaco y movimiento. Esa información viaja a Firebase y se muestra en la app móvil para que el cuidador pueda monitorear, recibir alertas, consultar estadísticas y apoyarse en inteligencia artificial.</a:t>
            </a:r>
          </a:p>
          <a:p xmlns:a="http://schemas.openxmlformats.org/drawingml/2006/main">
            <a:r>
              <a:t>EVITAR: Enumerar todas las pantallas todavía.</a:t>
            </a:r>
          </a:p>
          <a:p xmlns:a="http://schemas.openxmlformats.org/drawingml/2006/main">
            <a:r>
              <a:t>IMÁGENES: reloj, nube, celular conectados.</a:t>
            </a:r>
          </a:p>
          <a:p xmlns:a="http://schemas.openxmlformats.org/drawingml/2006/main">
            <a:r>
              <a:t>ICONOS: niño, watch, cloud, smartphone.</a:t>
            </a:r>
          </a:p>
          <a:p xmlns:a="http://schemas.openxmlformats.org/drawingml/2006/main">
            <a:r>
              <a:t>ANIMACIÓN: cada bloque aparece en orden.</a:t>
            </a:r>
          </a:p>
          <a:p xmlns:a="http://schemas.openxmlformats.org/drawingml/2006/main">
            <a:r>
              <a:t>TRANSICIÓN: Ahora veamos cómo fluye la información dentro del sistema.</a:t>
            </a:r>
          </a:p>
          <a:p xmlns:a="http://schemas.openxmlformats.org/drawingml/2006/main">
            <a:r>
              <a:t>TIEMPO: 35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Explicar el sistema completo sin saturar.</a:t>
            </a:r>
          </a:p>
          <a:p xmlns:a="http://schemas.openxmlformats.org/drawingml/2006/main">
            <a:r>
              <a:t>DECIR: El flujo inicia en el Galaxy Watch. El reloj envía datos a Firebase. Firebase conecta la información. La app móvil permite monitorear. La app web complementa la administración. La IA ayuda a interpretar y orientar.</a:t>
            </a:r>
          </a:p>
          <a:p xmlns:a="http://schemas.openxmlformats.org/drawingml/2006/main">
            <a:r>
              <a:t>EVITAR: Explicar código, clases o paquetes.</a:t>
            </a:r>
          </a:p>
          <a:p xmlns:a="http://schemas.openxmlformats.org/drawingml/2006/main">
            <a:r>
              <a:t>IMÁGENES: diagrama de flujo.</a:t>
            </a:r>
          </a:p>
          <a:p xmlns:a="http://schemas.openxmlformats.org/drawingml/2006/main">
            <a:r>
              <a:t>ICONOS: reloj, Firebase, celular, laptop, cerebro.</a:t>
            </a:r>
          </a:p>
          <a:p xmlns:a="http://schemas.openxmlformats.org/drawingml/2006/main">
            <a:r>
              <a:t>ANIMACIÓN: bloques aparecen de izquierda a derecha.</a:t>
            </a:r>
          </a:p>
          <a:p xmlns:a="http://schemas.openxmlformats.org/drawingml/2006/main">
            <a:r>
              <a:t>TRANSICIÓN: Para construir esto usamos tecnologías modernas.</a:t>
            </a:r>
          </a:p>
          <a:p xmlns:a="http://schemas.openxmlformats.org/drawingml/2006/main">
            <a:r>
              <a:t>TIEMPO: 45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profesionalismo técnico sin abrumar.</a:t>
            </a:r>
          </a:p>
          <a:p xmlns:a="http://schemas.openxmlformats.org/drawingml/2006/main">
            <a:r>
              <a:t>DECIR: AuthCares fue desarrollado con Kotlin y Jetpack Compose. Usamos Firebase para autenticación, datos en tiempo real, historial y notificaciones. También integramos Wear OS y Gemini API.</a:t>
            </a:r>
          </a:p>
          <a:p xmlns:a="http://schemas.openxmlformats.org/drawingml/2006/main">
            <a:r>
              <a:t>EVITAR: Leer dependencias una por una.</a:t>
            </a:r>
          </a:p>
          <a:p xmlns:a="http://schemas.openxmlformats.org/drawingml/2006/main">
            <a:r>
              <a:t>IMÁGENES: logos de Kotlin, Firebase, Android, Wear OS y Gemini.</a:t>
            </a:r>
          </a:p>
          <a:p xmlns:a="http://schemas.openxmlformats.org/drawingml/2006/main">
            <a:r>
              <a:t>ICONOS: código, nube, IA, reloj.</a:t>
            </a:r>
          </a:p>
          <a:p xmlns:a="http://schemas.openxmlformats.org/drawingml/2006/main">
            <a:r>
              <a:t>ANIMACIÓN: tarjetas aparecen en grupos.</a:t>
            </a:r>
          </a:p>
          <a:p xmlns:a="http://schemas.openxmlformats.org/drawingml/2006/main">
            <a:r>
              <a:t>TRANSICIÓN: Ahora pasemos de la arquitectura a la historia de Bennett.</a:t>
            </a:r>
          </a:p>
          <a:p xmlns:a="http://schemas.openxmlformats.org/drawingml/2006/main">
            <a:r>
              <a:t>TIEMPO: 35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que la información nace desde el wearable.</a:t>
            </a:r>
          </a:p>
          <a:p xmlns:a="http://schemas.openxmlformats.org/drawingml/2006/main">
            <a:r>
              <a:t>DECIR: En nuestra historia, Bennett lleva el Galaxy Watch. El reloj registra ritmo cardíaco y movimiento. Esos datos no se quedan en el dispositivo, viajan al sistema para que el cuidador los vea.</a:t>
            </a:r>
          </a:p>
          <a:p xmlns:a="http://schemas.openxmlformats.org/drawingml/2006/main">
            <a:r>
              <a:t>EVITAR: Prometer GPS, batería o temperatura si aún están como mejoras futuras.</a:t>
            </a:r>
          </a:p>
          <a:p xmlns:a="http://schemas.openxmlformats.org/drawingml/2006/main">
            <a:r>
              <a:t>IMÁGENES: Galaxy Watch o captura del reloj.</a:t>
            </a:r>
          </a:p>
          <a:p xmlns:a="http://schemas.openxmlformats.org/drawingml/2006/main">
            <a:r>
              <a:t>ICONOS: pulso, movimiento, sincronización.</a:t>
            </a:r>
          </a:p>
          <a:p xmlns:a="http://schemas.openxmlformats.org/drawingml/2006/main">
            <a:r>
              <a:t>ANIMACIÓN: datos salen del reloj hacia una nube.</a:t>
            </a:r>
          </a:p>
          <a:p xmlns:a="http://schemas.openxmlformats.org/drawingml/2006/main">
            <a:r>
              <a:t>TRANSICIÓN: Esos datos llegan al cuidador a través de la aplicación móvil.</a:t>
            </a:r>
          </a:p>
          <a:p xmlns:a="http://schemas.openxmlformats.org/drawingml/2006/main">
            <a:r>
              <a:t>TIEMPO: 35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el valor principal para padres y cuidadores.</a:t>
            </a:r>
          </a:p>
          <a:p xmlns:a="http://schemas.openxmlformats.org/drawingml/2006/main">
            <a:r>
              <a:t>DECIR: En la app móvil, el cuidador puede ver el estado del niño, revisar el reloj conectado, entrar a estadísticas y acceder a alertas. La idea no es mostrar números sin contexto, sino información clara.</a:t>
            </a:r>
          </a:p>
          <a:p xmlns:a="http://schemas.openxmlformats.org/drawingml/2006/main">
            <a:r>
              <a:t>EVITAR: Abrir demasiadas pantallas.</a:t>
            </a:r>
          </a:p>
          <a:p xmlns:a="http://schemas.openxmlformats.org/drawingml/2006/main">
            <a:r>
              <a:t>IMÁGENES: login, dashboard y conexión del reloj.</a:t>
            </a:r>
          </a:p>
          <a:p xmlns:a="http://schemas.openxmlformats.org/drawingml/2006/main">
            <a:r>
              <a:t>ICONOS: smartphone, dashboard, corazón, campana.</a:t>
            </a:r>
          </a:p>
          <a:p xmlns:a="http://schemas.openxmlformats.org/drawingml/2006/main">
            <a:r>
              <a:t>ANIMACIÓN: carrusel suave de pantallas.</a:t>
            </a:r>
          </a:p>
          <a:p xmlns:a="http://schemas.openxmlformats.org/drawingml/2006/main">
            <a:r>
              <a:t>TRANSICIÓN: Además de la app móvil, AuthCares contempla una experiencia web.</a:t>
            </a:r>
          </a:p>
          <a:p xmlns:a="http://schemas.openxmlformats.org/drawingml/2006/main">
            <a:r>
              <a:t>TIEMPO: 45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que el sistema no es solo una app móvil.</a:t>
            </a:r>
          </a:p>
          <a:p xmlns:a="http://schemas.openxmlformats.org/drawingml/2006/main">
            <a:r>
              <a:t>DECIR: La aplicación web complementa la experiencia móvil. Puede usarse para administrar información, revisar datos desde una pantalla más amplia y apoyar el seguimiento.</a:t>
            </a:r>
          </a:p>
          <a:p xmlns:a="http://schemas.openxmlformats.org/drawingml/2006/main">
            <a:r>
              <a:t>EVITAR: Prometer funciones web que no estén listas.</a:t>
            </a:r>
          </a:p>
          <a:p xmlns:a="http://schemas.openxmlformats.org/drawingml/2006/main">
            <a:r>
              <a:t>IMÁGENES: captura real de la web en una laptop.</a:t>
            </a:r>
          </a:p>
          <a:p xmlns:a="http://schemas.openxmlformats.org/drawingml/2006/main">
            <a:r>
              <a:t>ICONOS: laptop, usuario, gráfico.</a:t>
            </a:r>
          </a:p>
          <a:p xmlns:a="http://schemas.openxmlformats.org/drawingml/2006/main">
            <a:r>
              <a:t>ANIMACIÓN: laptop aparece detrás del celular.</a:t>
            </a:r>
          </a:p>
          <a:p xmlns:a="http://schemas.openxmlformats.org/drawingml/2006/main">
            <a:r>
              <a:t>TRANSICIÓN: AuthCares no solo muestra datos; también ayuda a entenderlos.</a:t>
            </a:r>
          </a:p>
          <a:p xmlns:a="http://schemas.openxmlformats.org/drawingml/2006/main">
            <a:r>
              <a:t>TIEMPO: 35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Explicar la IA responsablemente.</a:t>
            </a:r>
          </a:p>
          <a:p xmlns:a="http://schemas.openxmlformats.org/drawingml/2006/main">
            <a:r>
              <a:t>DECIR: La inteligencia artificial en AuthCares está pensada como apoyo. Puede orientar al cuidador con información general y contextual, pero no reemplaza a un profesional.</a:t>
            </a:r>
          </a:p>
          <a:p xmlns:a="http://schemas.openxmlformats.org/drawingml/2006/main">
            <a:r>
              <a:t>EVITAR: Decir que la IA diagnostica o predice crisis.</a:t>
            </a:r>
          </a:p>
          <a:p xmlns:a="http://schemas.openxmlformats.org/drawingml/2006/main">
            <a:r>
              <a:t>IMÁGENES: chat con IA.</a:t>
            </a:r>
          </a:p>
          <a:p xmlns:a="http://schemas.openxmlformats.org/drawingml/2006/main">
            <a:r>
              <a:t>ICONOS: cerebro, chat, brillo.</a:t>
            </a:r>
          </a:p>
          <a:p xmlns:a="http://schemas.openxmlformats.org/drawingml/2006/main">
            <a:r>
              <a:t>ANIMACIÓN: mensajes aparecen uno por uno.</a:t>
            </a:r>
          </a:p>
          <a:p xmlns:a="http://schemas.openxmlformats.org/drawingml/2006/main">
            <a:r>
              <a:t>TRANSICIÓN: Después del monitoreo, también es importante analizar lo que ocurrió.</a:t>
            </a:r>
          </a:p>
          <a:p xmlns:a="http://schemas.openxmlformats.org/drawingml/2006/main">
            <a:r>
              <a:t>TIEMPO: 40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que AuthCares interpreta historial real.</a:t>
            </a:r>
          </a:p>
          <a:p xmlns:a="http://schemas.openxmlformats.org/drawingml/2006/main">
            <a:r>
              <a:t>DECIR: Las estadísticas permiten revisar lo ocurrido durante un periodo. La app calcula frecuencia promedio, máxima, mínima, cantidad de mediciones y nivel de actividad desde el historial del reloj.</a:t>
            </a:r>
          </a:p>
          <a:p xmlns:a="http://schemas.openxmlformats.org/drawingml/2006/main">
            <a:r>
              <a:t>EVITAR: Inventar números en vivo. Si no hay datos, decir que la app muestra estado vacío.</a:t>
            </a:r>
          </a:p>
          <a:p xmlns:a="http://schemas.openxmlformats.org/drawingml/2006/main">
            <a:r>
              <a:t>IMÁGENES: captura de estadísticas, gráfico de barras.</a:t>
            </a:r>
          </a:p>
          <a:p xmlns:a="http://schemas.openxmlformats.org/drawingml/2006/main">
            <a:r>
              <a:t>ICONOS: gráfico, corazón, calendario.</a:t>
            </a:r>
          </a:p>
          <a:p xmlns:a="http://schemas.openxmlformats.org/drawingml/2006/main">
            <a:r>
              <a:t>ANIMACIÓN: barras suben y tarjetas aparecen.</a:t>
            </a:r>
          </a:p>
          <a:p xmlns:a="http://schemas.openxmlformats.org/drawingml/2006/main">
            <a:r>
              <a:t>TRANSICIÓN: Cuando algo requiere atención, el sistema lo comunica mediante alertas.</a:t>
            </a:r>
          </a:p>
          <a:p xmlns:a="http://schemas.openxmlformats.org/drawingml/2006/main">
            <a:r>
              <a:t>TIEMPO: 40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alertas sin sonar alarmista.</a:t>
            </a:r>
          </a:p>
          <a:p xmlns:a="http://schemas.openxmlformats.org/drawingml/2006/main">
            <a:r>
              <a:t>DECIR: AuthCares puede detectar situaciones relevantes usando datos reales, como ritmo cardíaco elevado o movimiento intenso. Cuando aparece una señal importante, el cuidador recibe una alerta y revisa el detalle.</a:t>
            </a:r>
          </a:p>
          <a:p xmlns:a="http://schemas.openxmlformats.org/drawingml/2006/main">
            <a:r>
              <a:t>EVITAR: Decir que detecta crisis médicas con precisión.</a:t>
            </a:r>
          </a:p>
          <a:p xmlns:a="http://schemas.openxmlformats.org/drawingml/2006/main">
            <a:r>
              <a:t>IMÁGENES: notificación en celular y detalle de alerta.</a:t>
            </a:r>
          </a:p>
          <a:p xmlns:a="http://schemas.openxmlformats.org/drawingml/2006/main">
            <a:r>
              <a:t>ICONOS: campana, advertencia, corazón.</a:t>
            </a:r>
          </a:p>
          <a:p xmlns:a="http://schemas.openxmlformats.org/drawingml/2006/main">
            <a:r>
              <a:t>ANIMACIÓN: notificación entra desde arriba y luego zoom al detalle.</a:t>
            </a:r>
          </a:p>
          <a:p xmlns:a="http://schemas.openxmlformats.org/drawingml/2006/main">
            <a:r>
              <a:t>TRANSICIÓN: Todo esto tiene sentido por el impacto que genera en quienes cuidan.</a:t>
            </a:r>
          </a:p>
          <a:p xmlns:a="http://schemas.openxmlformats.org/drawingml/2006/main">
            <a:r>
              <a:t>TIEMPO: 40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Conectar con el valor humano.</a:t>
            </a:r>
          </a:p>
          <a:p xmlns:a="http://schemas.openxmlformats.org/drawingml/2006/main">
            <a:r>
              <a:t>DECIR: El impacto principal de AuthCares está en reducir la incertidumbre. El cuidador puede revisar información, entender el contexto y compartir un resumen con otras personas involucradas en el cuidado.</a:t>
            </a:r>
          </a:p>
          <a:p xmlns:a="http://schemas.openxmlformats.org/drawingml/2006/main">
            <a:r>
              <a:t>EVITAR: Prometer eliminar todas las preocupaciones.</a:t>
            </a:r>
          </a:p>
          <a:p xmlns:a="http://schemas.openxmlformats.org/drawingml/2006/main">
            <a:r>
              <a:t>IMÁGENES: cuidador revisando celular, familia tranquila.</a:t>
            </a:r>
          </a:p>
          <a:p xmlns:a="http://schemas.openxmlformats.org/drawingml/2006/main">
            <a:r>
              <a:t>ICONOS: familia, escudo, corazón.</a:t>
            </a:r>
          </a:p>
          <a:p xmlns:a="http://schemas.openxmlformats.org/drawingml/2006/main">
            <a:r>
              <a:t>ANIMACIÓN: aparecen Calma, Contexto y Acción.</a:t>
            </a:r>
          </a:p>
          <a:p xmlns:a="http://schemas.openxmlformats.org/drawingml/2006/main">
            <a:r>
              <a:t>TRANSICIÓN: Aunque ya tenemos una base funcional, AuthCares puede crecer más.</a:t>
            </a:r>
          </a:p>
          <a:p xmlns:a="http://schemas.openxmlformats.org/drawingml/2006/main">
            <a:r>
              <a:t>TIEMPO: 35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visión futura realista.</a:t>
            </a:r>
          </a:p>
          <a:p xmlns:a="http://schemas.openxmlformats.org/drawingml/2006/main">
            <a:r>
              <a:t>DECIR: Como futuras mejoras proponemos integrar GPS, estado de batería del reloj, temperatura, reportes PDF e inteligencia artificial más contextual.</a:t>
            </a:r>
          </a:p>
          <a:p xmlns:a="http://schemas.openxmlformats.org/drawingml/2006/main">
            <a:r>
              <a:t>EVITAR: Decir que todo esto ya está implementado.</a:t>
            </a:r>
          </a:p>
          <a:p xmlns:a="http://schemas.openxmlformats.org/drawingml/2006/main">
            <a:r>
              <a:t>IMÁGENES: roadmap horizontal.</a:t>
            </a:r>
          </a:p>
          <a:p xmlns:a="http://schemas.openxmlformats.org/drawingml/2006/main">
            <a:r>
              <a:t>ICONOS: GPS, batería, termómetro, PDF, cerebro.</a:t>
            </a:r>
          </a:p>
          <a:p xmlns:a="http://schemas.openxmlformats.org/drawingml/2006/main">
            <a:r>
              <a:t>ANIMACIÓN: roadmap aparece de izquierda a derecha.</a:t>
            </a:r>
          </a:p>
          <a:p xmlns:a="http://schemas.openxmlformats.org/drawingml/2006/main">
            <a:r>
              <a:t>TRANSICIÓN: Para cerrar, volvamos a la idea principal.</a:t>
            </a:r>
          </a:p>
          <a:p xmlns:a="http://schemas.openxmlformats.org/drawingml/2006/main">
            <a:r>
              <a:t>TIEMPO: 35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Cerrar con emoción y profesionalismo.</a:t>
            </a:r>
          </a:p>
          <a:p xmlns:a="http://schemas.openxmlformats.org/drawingml/2006/main">
            <a:r>
              <a:t>DECIR: AuthCares no busca ser solo una aplicación. Busca ser una herramienta de acompañamiento. Conecta un reloj, Firebase, una app móvil, una web y la inteligencia artificial para entregar información útil en el momento adecuado.</a:t>
            </a:r>
          </a:p>
          <a:p xmlns:a="http://schemas.openxmlformats.org/drawingml/2006/main">
            <a:r>
              <a:t>EVITAR: Cerrar con 'eso sería todo'.</a:t>
            </a:r>
          </a:p>
          <a:p xmlns:a="http://schemas.openxmlformats.org/drawingml/2006/main">
            <a:r>
              <a:t>FRASE FINAL: AuthCares convierte datos en cuidado.</a:t>
            </a:r>
          </a:p>
          <a:p xmlns:a="http://schemas.openxmlformats.org/drawingml/2006/main">
            <a:r>
              <a:t>IMÁGENES: logo, app, reloj y nube.</a:t>
            </a:r>
          </a:p>
          <a:p xmlns:a="http://schemas.openxmlformats.org/drawingml/2006/main">
            <a:r>
              <a:t>ICONOS: corazón, escudo, brillo.</a:t>
            </a:r>
          </a:p>
          <a:p xmlns:a="http://schemas.openxmlformats.org/drawingml/2006/main">
            <a:r>
              <a:t>ANIMACIÓN: fade final del logo y frase.</a:t>
            </a:r>
          </a:p>
          <a:p xmlns:a="http://schemas.openxmlformats.org/drawingml/2006/main">
            <a:r>
              <a:t>TIEMPO: 40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e5dea2b4e4f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f06975c7794cc1" /><Relationship Type="http://schemas.openxmlformats.org/officeDocument/2006/relationships/slideLayout" Target="/ppt/slideLayouts/slideLayout1.xml" Id="R16629cfb9c8049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629cfb9c8049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7756869864949" /><Relationship Type="http://schemas.openxmlformats.org/officeDocument/2006/relationships/image" Target="/ppt/media/image.png" Id="R07713922d7434465" /><Relationship Type="http://schemas.openxmlformats.org/officeDocument/2006/relationships/notesSlide" Target="/ppt/notesSlides/notesSlide1.xml" Id="R002715fc97e346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41997ce6a4469" /><Relationship Type="http://schemas.openxmlformats.org/officeDocument/2006/relationships/image" Target="/ppt/media/image2.png" Id="Red8696f5c9364338" /><Relationship Type="http://schemas.openxmlformats.org/officeDocument/2006/relationships/notesSlide" Target="/ppt/notesSlides/notesSlide2.xml" Id="R5d80a48992e642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9fefd31f54f11" /><Relationship Type="http://schemas.openxmlformats.org/officeDocument/2006/relationships/notesSlide" Target="/ppt/notesSlides/notesSlide3.xml" Id="R05786b9626fd45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af1c17c144766" /><Relationship Type="http://schemas.openxmlformats.org/officeDocument/2006/relationships/notesSlide" Target="/ppt/notesSlides/notesSlide4.xml" Id="R465cd600711c44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629e2c1f346fd" /><Relationship Type="http://schemas.openxmlformats.org/officeDocument/2006/relationships/notesSlide" Target="/ppt/notesSlides/notesSlide5.xml" Id="R4936ace9c8a940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07eac0d0447ae" /><Relationship Type="http://schemas.openxmlformats.org/officeDocument/2006/relationships/image" Target="/ppt/media/image.jpeg" Id="Rae72680f8bf84598" /><Relationship Type="http://schemas.openxmlformats.org/officeDocument/2006/relationships/notesSlide" Target="/ppt/notesSlides/notesSlide6.xml" Id="R803026f18cbe4a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2597c7ef84e39" /><Relationship Type="http://schemas.openxmlformats.org/officeDocument/2006/relationships/image" Target="/ppt/media/image2.jpeg" Id="R32e086a57eae45ed" /><Relationship Type="http://schemas.openxmlformats.org/officeDocument/2006/relationships/notesSlide" Target="/ppt/notesSlides/notesSlide7.xml" Id="Rde770bd6845e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2777bd82c4c7b" /><Relationship Type="http://schemas.openxmlformats.org/officeDocument/2006/relationships/notesSlide" Target="/ppt/notesSlides/notesSlide8.xml" Id="R1035ef8d367649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99528a0a745df" /><Relationship Type="http://schemas.openxmlformats.org/officeDocument/2006/relationships/image" Target="/ppt/media/image3.png" Id="Radacfb568a4a4522" /><Relationship Type="http://schemas.openxmlformats.org/officeDocument/2006/relationships/notesSlide" Target="/ppt/notesSlides/notesSlide9.xml" Id="R684ecc9f01364f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85fd9df844a29" /><Relationship Type="http://schemas.openxmlformats.org/officeDocument/2006/relationships/chart" Target="/ppt/slides/charts/chart1.xml" Id="Rc2864a60fd0f4da3" /><Relationship Type="http://schemas.openxmlformats.org/officeDocument/2006/relationships/notesSlide" Target="/ppt/notesSlides/notesSlide10.xml" Id="Rad421ce20ed04e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0f6d1268a4bd7" /><Relationship Type="http://schemas.openxmlformats.org/officeDocument/2006/relationships/notesSlide" Target="/ppt/notesSlides/notesSlide11.xml" Id="R21ce773822514e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49064607a4aef" /><Relationship Type="http://schemas.openxmlformats.org/officeDocument/2006/relationships/notesSlide" Target="/ppt/notesSlides/notesSlide12.xml" Id="Rcc85b627c90940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d3fb6f1f84626" /><Relationship Type="http://schemas.openxmlformats.org/officeDocument/2006/relationships/notesSlide" Target="/ppt/notesSlides/notesSlide13.xml" Id="R15c898b9668340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7add6d794dde" /><Relationship Type="http://schemas.openxmlformats.org/officeDocument/2006/relationships/notesSlide" Target="/ppt/notesSlides/notesSlide14.xml" Id="R0cda54b1260647b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Promedio BPM</c:v>
          </c:tx>
          <c:spPr>
            <a:solidFill xmlns:a="http://schemas.openxmlformats.org/drawingml/2006/main">
              <a:srgbClr val="38BDF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Hoy</c:v>
              </c:pt>
              <c:pt idx="1">
                <c:v>Semana</c:v>
              </c:pt>
              <c:pt idx="2">
                <c:v>Mes</c:v>
              </c:pt>
            </c:strLit>
          </c:cat>
          <c:val>
            <c:numLit>
              <c:formatCode>General</c:formatCode>
              <c:ptCount val="3"/>
              <c:pt idx="0">
                <c:v>82</c:v>
              </c:pt>
              <c:pt idx="1">
                <c:v>86</c:v>
              </c:pt>
              <c:pt idx="2">
                <c:v>84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4B6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C657E-7EC2-4AE1-8D1A-054684F8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00B2A-4BD5-46A5-9E2E-E026FC18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13922d7434465"/>
          <a:stretch xmlns:a="http://schemas.openxmlformats.org/drawingml/2006/main"/>
        </p:blipFill>
        <p:spPr>
          <a:xfrm xmlns:a="http://schemas.openxmlformats.org/drawingml/2006/main">
            <a:off x="6858000" y="819150"/>
            <a:ext cx="40005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B52C3-63A2-40F0-9EBF-5B8B85B9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2095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DDC40-3F87-4E38-88F3-EB4B5C9D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7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PROYECTO UNIVERSITARIO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947D2-D76D-4185-9C3D-26BC9456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E1924-EB7F-4115-8B1C-25B8F21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Monitoreo inteligente para acompañar a niños con TEA en tiempo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74C5A-5C68-45C3-B9C9-15945B48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Galaxy Watch · Firebase · IA · Android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B429B-F718-47AE-B5FE-83B03AE5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Convierte datos en cuidado.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4BF49-CC74-4461-A2AC-518DD656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73539-181E-4403-B3D7-23C831E4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2992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A8B08-D109-4269-862B-EF49AC3F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79ED5-62CB-495D-B557-A17570D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C8446-FB06-447F-8E6F-4238C6CC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El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159FA-80BF-4164-A04F-6375C5CB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El acompañamiento no siempre ocurre en tiempo real.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696f5c9364338"/>
          <a:stretch xmlns:a="http://schemas.openxmlformats.org/drawingml/2006/main"/>
        </p:blipFill>
        <p:spPr>
          <a:xfrm xmlns:a="http://schemas.openxmlformats.org/drawingml/2006/main">
            <a:off x="7239000" y="1028700"/>
            <a:ext cx="34290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3E4F4-DCAE-4FD7-A325-60DCDF59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5667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Padres y cuidadores necesitan información clara cuando el niño no está cerca.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A8FC2-E157-4D09-9C47-9A70FE6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AB3BD-7D18-4656-B140-7E2129BD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Distancia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DF589-B79C-4C29-AA66-14B446A8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338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7775F-E5F2-409F-9632-773FDC55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100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Poca información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AD16B-F482-43DC-894C-FCD49C1C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F4444">
              <a:alpha val="13333"/>
            </a:srgbClr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1C2C6-6ED0-4091-8933-297B1BDA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100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Respuesta tardía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9BF93-A665-4508-8228-7B91E6E1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No se trata de vigilar más. Se trata de acompañar mejor.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28763-D630-4BCF-922A-C91BF620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220D8-AFB5-4B20-BC18-6C0F585C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2529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0B81A7-237B-4AAE-BCA1-75991AB7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32A9B-C50E-4688-A4F1-FAA4266E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4C0B5-37E7-44E0-BDBB-D1978533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Nuestra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160A4-9778-4063-B3CB-49F5AF99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AuthCares conecta al niño, el reloj y el cuidador.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9A821-17B8-4B8B-B37E-C6D49DA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1809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28A80-D24E-4633-B96A-D2F78E9C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EE93F-334C-4F60-ACDA-59BCE273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813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Bennett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0A6C5-F93F-499E-BEC4-F236E32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14625"/>
            <a:ext cx="1809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D1E92-0563-4694-BA38-9F4A317E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76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38BDF8"/>
                </a:solidFill>
                <a:latin typeface="Aptos"/>
                <a:ea typeface="Aptos"/>
                <a:cs typeface="Aptos"/>
              </a:rPr>
              <a:t>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1F143-9763-48BC-BF1A-783DCFFB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813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Reloj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2A3C3-2737-43C7-BF27-DB6727A4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14625"/>
            <a:ext cx="1809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40364-D21F-4B52-AC6C-C2DC1B45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9B488-CFFC-4309-BCB1-EC725A1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Firebase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3D30B-2FFD-4BC4-A686-5C2F6A61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1809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5D040-87CC-425D-8228-1A06812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8B5CF6"/>
                </a:solidFill>
                <a:latin typeface="Aptos"/>
                <a:ea typeface="Aptos"/>
                <a:cs typeface="Aptos"/>
              </a:rPr>
              <a:t>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9A5C2-9B4B-4532-92E8-1C9BC2D2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813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Cuidador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4A740-03AC-4716-8838-6A7F43A0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337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1E134-F33A-4482-BB23-D6147165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337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9D432-4F7C-427C-98B7-00196290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337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73DA3-F7A8-45D1-A556-ABFFF7EB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148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Una plataforma que transforma datos del reloj en información útil para actuar mejor.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79293-A584-4DA4-9946-74852B2B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84AE3-A25E-4A9C-B169-02828306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4385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145B9-19D3-424C-9839-A06F09A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C51DF-BE8C-4AAB-8A66-D17886AC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181D7-42B9-4BFB-96BC-D3E786F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Arquitectura completa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39CBC-A642-4B43-BE31-30B5DE50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Galaxy Watch → Firebase → App móvil → App web →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CD421-EA80-42D7-B624-1169C3D9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657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CFBAC-AFF0-47F1-BDAD-4B0C998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38BDF8"/>
                </a:solidFill>
                <a:latin typeface="Aptos"/>
                <a:ea typeface="Aptos"/>
                <a:cs typeface="Aptos"/>
              </a:rPr>
              <a:t>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5AD22-75BD-4872-9D66-758275A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Galaxy Watch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FB2E3-4248-4140-8DDD-92F52853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0308E-AFEB-4314-9309-E4A34781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47950"/>
            <a:ext cx="1657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28535-16AD-47DC-82F0-320B5E95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FEE72-05A1-49E9-B2A4-27D39272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575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Firebase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B9820-490D-48E0-95DE-FC2E00DB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CEB8C-F0F0-4F3B-8647-D323CCCB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1657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7A63A-5D09-4495-9D5A-F206036A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3B82F6"/>
                </a:solidFill>
                <a:latin typeface="Aptos"/>
                <a:ea typeface="Aptos"/>
                <a:cs typeface="Aptos"/>
              </a:rPr>
              <a:t>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29CEF-2444-46BC-9FD8-7CB19B95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 móvil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B5499-B67E-49F0-A8EE-764A5E8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6D5CD-BB5F-4E7A-A230-1AAFEE3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1657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8D8D1-D2EA-4D26-93E7-81C09EE2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50B24-8F62-45AC-A8B4-9398AC15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 web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03340-4F57-43DF-8942-9E0C48C7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5CD07-4B97-40A2-A586-C4580235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1657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741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BCD11-9274-4842-9104-BDAA37EA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8B5CF6"/>
                </a:solidFill>
                <a:latin typeface="Aptos"/>
                <a:ea typeface="Aptos"/>
                <a:cs typeface="Aptos"/>
              </a:rPr>
              <a:t>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D399A-C200-4B5B-9374-76993EC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C4E89-9EC8-4D52-9A04-8724873B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Firebase funciona como el puente central: autentica, guarda datos y actualiza la información en tiempo real.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41E0F-F081-4604-988F-FC43466D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7143C-4AAB-479F-A4FD-A1222E35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0998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5593B-34B4-4ED0-8496-D99D79E8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D0ECF-11CC-4BC1-B61A-E92CDB49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2B7B4-0FDD-4047-8751-E92E6E76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Tecnologías utilizadas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D95CE-23F4-463F-AD58-525C2217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Una base moderna para un producto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723FA-FD23-4087-9CDA-219D99E6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AE5F9-18D4-4C07-A147-E4C70CA3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Kotlin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E19AD-AACF-4726-9171-D44F4150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Lenguaje móvil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8B101-91CD-466B-A827-49D8A4F3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2A5D2-36B7-4795-B749-F961F578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Jetpack Compose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F4DD9-D42C-41CE-B7D7-8C3A4777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Interfaz moderna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85D3C-9FC5-47A2-80BE-FF00E106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37CA2-1033-47FE-A493-34C15F82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MVVM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72D76-8249-4EA6-85F6-7A1897A5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Orden y separación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04FEC-AACF-4C0D-BC94-DA777EB1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09834-B129-486F-9951-1822700D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Firebase Auth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C91FE-5FE3-450E-8F51-7F332257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Inicio seguro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AA6D3-DF5C-49A9-965E-669995E7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66B75-584E-469A-B5CE-02330065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Firestore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2C345-77B6-4A60-8322-82AC0A54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81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Datos de usuarios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F34EF-6C72-4C11-A417-CDBF2FEF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2305C-AF09-4904-977E-6B2AC03D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Realtime 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0053E-CD3F-4219-8F54-C33101C2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Datos del reloj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11109-4EAB-492B-B5F2-41477CA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7087D-7E8B-41C0-B149-4B44139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FCM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F4FAC-8F98-4440-984E-6FBC2683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Notificaciones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95BD2-CD5C-4EC5-AE16-B35161C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58D889-A1A2-401B-B6EE-5E12208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Wear 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45CF0-CBD1-48DE-BAA2-01A3FCC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05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Galaxy Watch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AC513-3ABA-47BA-A2E3-A5A3A570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48150"/>
            <a:ext cx="3028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E2844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3AA816-4D36-4E75-AD75-9A52DC02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Gemini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B14F3A-9FA0-4639-BAA1-39967621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05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Asistente 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5E35FB-AAC4-40A2-9C63-377D07B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DC1D8B-CF72-4348-8EAD-7B168CB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9504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5626A-B8F4-4C3A-BDB4-ECFFE170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64191-8338-4991-A992-BA8D23F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2B9DE-3D29-4D76-BB9B-6067020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Demostración del reloj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10FD3-261C-42C2-AB83-DF135043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El monitoreo inicia en el Galaxy Watch.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2680f8bf84598"/>
          <a:stretch xmlns:a="http://schemas.openxmlformats.org/drawingml/2006/main"/>
        </p:blipFill>
        <p:spPr>
          <a:xfrm xmlns:a="http://schemas.openxmlformats.org/drawingml/2006/main">
            <a:off x="1123950" y="1390650"/>
            <a:ext cx="3790950" cy="3790950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120DB-CDBB-412E-BBF1-B548CC23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El reloj captura señales y las envía en tiempo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F1344-63B2-4AFA-B7E4-587D5FC1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F4444">
              <a:alpha val="13333"/>
            </a:srgbClr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A309D-8592-4E72-A125-AA6FAB4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Ritmo cardíaco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B11A6-6EEC-4FCC-8AF9-C55123E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08968-F154-4408-934D-7BCEF5BF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Movimiento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1AE9E-029D-4C0A-ACD9-974934A5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095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2C55E">
              <a:alpha val="13333"/>
            </a:srgbClr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40B87-7E94-4A0F-B5D5-353473C6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Sincronización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C0983-9530-447C-8EDA-E9D7F55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52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Bennett usa el reloj durante el día. AuthCares escucha los datos importantes.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249EE-9753-4366-8869-256AE028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5AF07-E3BE-4A4A-A51A-24D38404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5302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5EB83F-3C55-42FA-BC71-0D83F015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B9042-E0C3-45AD-8F0C-F9735ABB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B443A-81CF-4581-97CE-B6827EA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Aplicación móvil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D9EC3-D5BC-4FFC-AF61-C37D15B5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La app convierte datos en tranquilidad.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086a57eae45ed"/>
          <a:stretch xmlns:a="http://schemas.openxmlformats.org/drawingml/2006/main"/>
        </p:blipFill>
        <p:spPr>
          <a:xfrm xmlns:a="http://schemas.openxmlformats.org/drawingml/2006/main">
            <a:off x="7734300" y="2124075"/>
            <a:ext cx="2571750" cy="257175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342D1-336C-4283-888B-016F588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Monitoreo claro, alertas y seguimiento desde el celular.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7A32E-D845-4E58-929B-9F94CED2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42FC3-E39B-46BC-A6AC-3093C2A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Inicia sesión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AA9E0-473E-4ADE-BBE9-40C4AC9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195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B7189-D12B-4C92-A2C1-4649C6F1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48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Monitorea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A5FD9-A468-4B1A-A27E-65D9B0C3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195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33832-500A-4D93-8971-601FB894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48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Actúa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2C888-4397-41F8-963D-DE5D8A9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1505D-7463-4184-B6B2-06854409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43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6B9FF-6041-409A-A977-74BF164A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B8245-11D8-4DF5-B02B-3037574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470E3-5470-406B-9297-FFA6D665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Aplicación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48CCC-2A0A-4F64-99A4-BEA9F2E4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Una vista amplia para complementar el seguimiento.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70D41-482C-4EE5-8722-C870FFF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95450"/>
            <a:ext cx="9525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2036"/>
          </a:solidFill>
          <a:ln xmlns:a="http://schemas.openxmlformats.org/drawingml/2006/main" w="9525">
            <a:solidFill>
              <a:srgbClr val="2D5C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363C0-593F-46FC-A04D-7A1BCE7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956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5D48A-0A2D-4171-8A14-F2BEB449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4330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Panel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C0EF9-3FDA-412F-92D6-A12B2F5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899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Reemplazar por captura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2F84D-879D-4F1D-9DCB-7D68F68B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67350"/>
            <a:ext cx="872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 web complementa la gestión, administración y revisión de información desde escritorio.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CCCCC-EDAC-43F2-B3D9-7ECF63CA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07749-34FA-4AB2-91FF-F7712C4B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3710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B0977-F1A6-4D50-AC69-D2ED8D90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9C9E5-A1B1-44D2-AFF2-4EF7E75D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FD359-B950-4FD3-8C0A-13A9021F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Inteligencia Artificial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2CF57-A61C-43CA-BF30-9728E0AC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IA como apoyo, no como reemplazo.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cfb568a4a4522"/>
          <a:stretch xmlns:a="http://schemas.openxmlformats.org/drawingml/2006/main"/>
        </p:blipFill>
        <p:spPr>
          <a:xfrm xmlns:a="http://schemas.openxmlformats.org/drawingml/2006/main">
            <a:off x="8686800" y="1123950"/>
            <a:ext cx="17145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E4ADC-78BD-4AF6-8795-EF8AD3E0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6191250" cy="26289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10EA5-A1DD-46B1-965E-29A606CE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Cuidador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70F55-D8EE-4F5F-AB77-CC2CB468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13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¿Qué puedo hacer si Bennett parece inquieto?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7DA43-A8BC-495F-A5A5-96DF747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AuthCares 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EDC73-E730-4F76-8EC5-5C796C66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Ofrece estrategias de calma y orientación contextual basada en el monitoreo.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AD727-B31A-45C8-8E31-1CB4F7B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Gemini ayuda a generar orientación contextual para el cuidador.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90D13-94C9-42AD-B654-77383910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F8CB1-7C8B-4E28-9922-C306529D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44709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C3993-853A-492E-88FC-4C1EF466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D9745-E917-4CED-88A7-EA37833C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8EBE2-D8BE-4E70-9985-89282D5D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Estadísticas en tiempo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E1BA1-42BF-44B9-9D3D-62E56CB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Datos reales convertidos en información útil.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C6D05-7610-4A32-8F2E-EB10007D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953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1238250" y="2324100"/>
          <a:ext xmlns:a="http://schemas.openxmlformats.org/drawingml/2006/main" cx="4191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864a60fd0f4da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5305A-32D6-49D6-8C82-38E1CF69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676CA-58B5-4ED8-97AA-C7ACE0C7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FC promedio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0C288-3568-45FA-BA09-90D282E6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35B3B-B459-4693-854A-1D2ED9A3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14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FC máxima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CC250-C7AD-4C3D-A305-4545838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CC6F2-D2E3-4342-88AB-3010581F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62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FC mínima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0E6C1-239F-4575-A37D-0F8B60C5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EF568-779C-4D0D-85B3-8323BFB4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62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Mediciones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98815-DADE-4639-9306-2B10C0FA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Si no hay datos suficientes, AuthCares no inventa valores.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521C1-7CF1-497B-9C6C-C672E2CD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368B6-5174-470C-87D4-6292E89A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9416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04033-E83E-4BE1-85CF-5D8A0801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55B30-7E7A-4E95-976A-D48A6961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D320C-CC8C-43A7-8A8D-46872A08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Notificaciones inteligentes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97B11-94E3-48AF-B02F-35294EA9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Alertas cuando los datos requieren atención.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DA40F-8266-41ED-A1FA-3521D5FE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81150"/>
            <a:ext cx="640080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D52D0-8B4F-46E6-8C0B-E7A2C54E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🔔 AuthCares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E01E1-A8AA-4DA7-8651-1F15B2D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 detectó una señal que requiere revisión.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D582C-F737-4C33-954B-1F3BFF5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75247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BABE1-653D-4C6A-B722-032BC0EA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Ritmo cardíaco elevado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6FC34-103E-4690-800C-42AF4256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957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El cuidador revisa el detalle antes de tomar una decisión.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477E8-44FB-48F5-BC2F-D6A955D1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14950"/>
            <a:ext cx="735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Detectar señales no es diagnosticar. Es avisar a tiempo.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01DD2-FE27-48F7-B9A9-79DF1F03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30DDF-107B-4E0F-A01F-674C07A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79815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159B0-C147-4482-8623-73A00743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784FA-14F1-466F-AC08-24B9656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A66B2-816D-471B-AB19-A9EDE309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Impacto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60FB0-28D2-43C3-9754-833526CB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Más información. Mejor acompañamiento.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32220-74D9-4977-9D1C-D8D096A3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621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AuthCares ayuda a actuar con mayor calma, contexto y rapidez.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22AE8-8ACC-4F9A-8EB1-ED607E31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2438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FCB71-62B2-4E78-BEC6-6BC1C655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576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Calma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A0B5A-042E-4D65-A609-5EE05685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2438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EB3B6-317E-481E-BAEC-7521717D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576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94E2D-CB46-4B1D-84B8-01DE76C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05200"/>
            <a:ext cx="2438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3C0B8-C01E-4757-9A72-FF04BDA6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76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ECCE4-AAA7-4792-893A-9B765093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AF06D-BF1B-4311-A588-D8C1E095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6733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22DBB1-9198-4ACA-83B4-7678F663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09B9B-FF21-4B41-A9DA-9A8C2701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0E2AF-18F5-4FFD-94C8-99B2B1D8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Futuras mejoras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23E51-1806-4A1F-9042-BCA792E0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El siguiente paso para hacer AuthCares más completo.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175BF-E04E-44B6-BA6B-77F66519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C232B-04C8-4621-A0AD-36D3962A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GPS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6F1DA-A534-4D24-91DB-27244995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Ubicación segura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D336A-2802-420A-92DE-CA0916B6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1809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324FB-504E-4541-B21B-9C71CBEA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Batería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7A09A-EB5B-44F4-B5B3-D601547F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Estado del reloj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57B1A-E092-48EB-B798-CA6C1961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809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F5A76-2620-446A-9D1B-09B18A8C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Temperatura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E8B37-1BA0-4C47-8C26-618B7084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Nueva señal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26FEB-EEFE-49F5-BBEE-BE2356F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809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5A2F2-2A46-4002-84FB-D98B327F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C2764-3B68-411D-8B5D-A72FC6A8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Reportes claros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9D3E0-B4CD-4DAD-A45B-4180C639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81250"/>
            <a:ext cx="1809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F2944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0F5AE-ACD8-4911-BA94-760B5D2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IA contextual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E44D5-B091-4FAA-8783-AB20329B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57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Más personalización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7C61E-1E2C-4A2A-8925-6C224329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899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Mejoras realistas, alineadas con el uso diario de padres, cuidadores y especialistas.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EBCBA-8635-4B07-BE70-E57B69CC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CA5C2-CD98-4B6A-BEC4-4FFF2538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52710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B984A-E7AF-432E-9143-652FF5E1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809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6"/>
          </a:solidFill>
          <a:ln xmlns:a="http://schemas.openxmlformats.org/drawingml/2006/main" w="0">
            <a:solidFill>
              <a:srgbClr val="123D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F752F-2D27-4416-B0FF-DB7F25D2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76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5"/>
          </a:solidFill>
          <a:ln xmlns:a="http://schemas.openxmlformats.org/drawingml/2006/main" w="0">
            <a:solidFill>
              <a:srgbClr val="0E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086C3-6D5C-4A4A-AF4D-0B0B4EF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D89C3-F02F-4E47-B26F-4F1167BA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Transforma monitoreo en acompañamiento.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D36CD-EFAA-4A46-8A30-C8BC3F54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718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Tecnología al servicio del cuidado, la calma y la toma de decisiones.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F5F31-5920-4161-93D5-7DF89588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AuthCares convierte datos en cuidado.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A8A9E-23D7-4AFB-8C2D-F9EA46F6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AuthCares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777DE-E82B-4DAC-BF10-963BADAA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96119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2026-06-29T20:12:28.4700000Z</dcterms:created>
  <dcterms:modified xsi:type="dcterms:W3CDTF">2026-06-29T20:12:28.4700000Z</dcterms:modified>
</coreProperties>
</file>